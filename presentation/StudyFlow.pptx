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StudyFlow is a smart campus service built for Sub-theme A. Each student gets a private account, and the system measures their progress from the work they already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failure modes students actually hit. StudyFlow answers all three from one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Mapping StudyFlow directly onto the brief. Five of the seven expected projects are built and working; campus navigation is the one deliberately left out of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database engines behind one interface. The same code runs on a laptop with SQLite and on a host with Postgres.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Registration collects the full academic profile. Passwords use scrypt; sessions use signed tokens. Data isolation was tested with two accounts.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answers "what do I need to do right now" without clicking into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 end to end on a 287-page PDF: summary in 16s, quiz in 15s, marking in 17s, five revision sessions created.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ring averages only the measures that have data. Finished semesters drop the weekly-goal measure, because judging a past term by this week would be unfair.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everything hangs off a unit, one term filter scopes the entire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assistant is given a snapshot of the student’s own rows on every question, and is instructed never to invent units or deadlines.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Renaming a school updates every student assigned to it. Deleting one only removes it from the sign-up list; nobody’s profile is edited.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on the left is implemented and tested. The right column is what I would build next — including a Kiswahili interface, which would bridge into Sub-theme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852160" cy="585216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023360"/>
            <a:ext cx="3840480" cy="3840480"/>
          </a:xfrm>
          <a:prstGeom prst="ellipse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6366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StudyFlow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campus service that puts every student’s academic life in one place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2062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  ·  React + Node.js + 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800600"/>
            <a:ext cx="6309360" cy="566928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480060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Challenge  ·  Sub-theme A: Smart Campus Services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897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Mutethia  ·  CO27-01-2632/2024  ·  School of Computer Science &amp; 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juggle five tools and still lose track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38528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98448" y="192024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331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in one folder, deadlines in a chat group, past papers on a flash disk.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9432" y="1938528"/>
            <a:ext cx="274320" cy="27432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01768" y="192024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331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honest answer to "am I actually on track this semester?"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02752" y="1938528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05088" y="192024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Forgotten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2331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semester disappears the moment the new one starts.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886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StudyFlow puts all of it behind one private account — and turns the work you already record into a progress score.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709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532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areas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4709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20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5532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account, fully private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4709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2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5532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measures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006840" y="4709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200" dirty="0"/>
          </a:p>
        </p:txBody>
      </p:sp>
      <p:sp>
        <p:nvSpPr>
          <p:cNvPr id="24" name="Text 22"/>
          <p:cNvSpPr txBox="1"/>
          <p:nvPr/>
        </p:nvSpPr>
        <p:spPr>
          <a:xfrm>
            <a:off x="9006840" y="5532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supported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SUB-THEME A · SMART CAMPUS SERVICES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challenge asked for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lists seven expected projects for Smart Campus Services. StudyFlow already delivers five of them in one platform.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33172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98448" y="214884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customer care tool / virtual help desk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214884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Assistant answers questions from the student’s own data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825496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008376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98448" y="282549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for student inquiries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806440" y="2825496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assistant, also explains how every page works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502152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68503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98448" y="350215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information platform: deadlines, timetables, exams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806440" y="350215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Assignments, timetable, calendar and deadline notifications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78808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36168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298448" y="417880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materials, lecture notes and past papers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417880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and Past Papers, with AI summaries and generated quizzes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855464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5038344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298448" y="485546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inquiry and feedback tracking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806440" y="4855464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and alert history per account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532120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1520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5715000"/>
            <a:ext cx="201168" cy="20116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298448" y="553212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navigation / locating offices and halls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806440" y="553212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scope — lecture venues are recorded on the timetable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is built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987552"/>
          </a:xfrm>
          <a:prstGeom prst="roundRect">
            <a:avLst>
              <a:gd name="adj" fmla="val 555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20824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71600" y="18562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1854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 · Tailwind CSS · React Router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196596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app. Token kept in localStorage and attached to every request.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62072"/>
            <a:ext cx="10881360" cy="987552"/>
          </a:xfrm>
          <a:prstGeom prst="roundRect">
            <a:avLst>
              <a:gd name="adj" fmla="val 555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91256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71600" y="302666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355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· REST API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313639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/api route sits behind one auth middleware, so no endpoint can forget 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32504"/>
            <a:ext cx="10881360" cy="987552"/>
          </a:xfrm>
          <a:prstGeom prst="roundRect">
            <a:avLst>
              <a:gd name="adj" fmla="val 555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361688"/>
            <a:ext cx="310896" cy="310896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371600" y="41970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526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(sql.js) locally · PostgreSQL in production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4306824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driver interface, two engines. Schema migrates itself on boot.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202936"/>
            <a:ext cx="10881360" cy="987552"/>
          </a:xfrm>
          <a:prstGeom prst="roundRect">
            <a:avLst>
              <a:gd name="adj" fmla="val 555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5532120"/>
            <a:ext cx="310896" cy="3108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371600" y="53675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5696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547725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Summaries, quiz generation, marking, exam prep, chatbot. Degrades gracefully without a key.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paid infrastructure — it runs on a laptop with a single npm install.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student gets a private account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92808"/>
            <a:ext cx="118872" cy="1188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student profile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031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admission number, email, phone, school, course and year of study — collected at sign-up.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916936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852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either way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12724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or admission number, matched case-insensitively. Passwords hashed with scrypt.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941064"/>
            <a:ext cx="118872" cy="118872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877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isolation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15137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is scoped by account. Tested: one student cannot read, edit or delete another’s work.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37176" y="1728216"/>
            <a:ext cx="6784848" cy="4279392"/>
          </a:xfrm>
          <a:prstGeom prst="roundRect">
            <a:avLst>
              <a:gd name="adj" fmla="val 170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pic>
        <p:nvPicPr>
          <p:cNvPr id="14" name="Image 0" descr="C:\Users\hp\AppData\Local\Temp\claude\c--Users-hp-my-projects-learning-automation\162c3f98-4a0b-4173-b1a6-4903ba87d7a6\scratchpad\shots\reg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783080"/>
            <a:ext cx="6675120" cy="41696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that matters, on one screen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92808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first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031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ring leads the page — current semester score at a glance.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91693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852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at a glance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12724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slots, overdue work and upcoming deadlines.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941064"/>
            <a:ext cx="118872" cy="1188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877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counters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15137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Units, notes, quizzes, study time and unread alerts.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37176" y="1728216"/>
            <a:ext cx="6784848" cy="4279392"/>
          </a:xfrm>
          <a:prstGeom prst="roundRect">
            <a:avLst>
              <a:gd name="adj" fmla="val 170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pic>
        <p:nvPicPr>
          <p:cNvPr id="14" name="Image 0" descr="C:\Users\hp\AppData\Local\Temp\claude\c--Users-hp-my-projects-learning-automation\162c3f98-4a0b-4173-b1a6-4903ba87d7a6\scratchpad\shots\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783080"/>
            <a:ext cx="6675120" cy="41696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notes, get summaries and quizzes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664208" cy="658368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9385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note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87168" y="1645920"/>
            <a:ext cx="1664208" cy="658368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87168" y="173736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19385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34256" y="1645920"/>
            <a:ext cx="1664208" cy="658368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34256" y="173736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407408" y="19385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generated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81344" y="1645920"/>
            <a:ext cx="1664208" cy="658368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81344" y="173736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254496" y="19385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marks 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28432" y="1645920"/>
            <a:ext cx="1664208" cy="658368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28432" y="173736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101584" y="19385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topics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875520" y="1645920"/>
            <a:ext cx="1664208" cy="658368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75520" y="173736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948672" y="19385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scheduled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4871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upload starts the whole chain. Marking finds the topics you got wrong and books revision sessions for them automatically.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271016" y="2962656"/>
            <a:ext cx="9619488" cy="3438144"/>
          </a:xfrm>
          <a:prstGeom prst="roundRect">
            <a:avLst>
              <a:gd name="adj" fmla="val 212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pic>
        <p:nvPicPr>
          <p:cNvPr id="24" name="Image 0" descr="C:\Users\hp\AppData\Local\Temp\claude\c--Users-hp-my-projects-learning-automation\162c3f98-4a0b-4173-b1a6-4903ba87d7a6\scratchpad\shots\notes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3017520"/>
            <a:ext cx="9509760" cy="33284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PROGRESS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Progress, split by year and semester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92808"/>
            <a:ext cx="118872" cy="1188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measures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031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covered, assignments done, quiz average, and study time against a weekly goal.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916936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852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scoring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12724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 with no data is skipped, not counted as zero — an empty quiz history cannot drag you down.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941064"/>
            <a:ext cx="118872" cy="118872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877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Semesters kept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15137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new semester and the old one keeps its units, notes and final score. Nothing is deleted.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37176" y="1728216"/>
            <a:ext cx="6784848" cy="4279392"/>
          </a:xfrm>
          <a:prstGeom prst="roundRect">
            <a:avLst>
              <a:gd name="adj" fmla="val 170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pic>
        <p:nvPicPr>
          <p:cNvPr id="14" name="Image 0" descr="C:\Users\hp\AppData\Local\Temp\claude\c--Users-hp-my-projects-learning-automation\162c3f98-4a0b-4173-b1a6-4903ba87d7a6\scratchpad\shots\progr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783080"/>
            <a:ext cx="6675120" cy="41696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&amp; SEMESTERS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is organised into terms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92808"/>
            <a:ext cx="118872" cy="1188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belong to a semester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031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past papers, assignments, topics and quizzes hang off a unit, so they follow it.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91693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852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term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12724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only what you are studying now, or switch to any past semester.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941064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877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a unit forward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15137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it between terms and its whole history moves with 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37176" y="1728216"/>
            <a:ext cx="6784848" cy="4279392"/>
          </a:xfrm>
          <a:prstGeom prst="roundRect">
            <a:avLst>
              <a:gd name="adj" fmla="val 170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pic>
        <p:nvPicPr>
          <p:cNvPr id="14" name="Image 0" descr="C:\Users\hp\AppData\Local\Temp\claude\c--Users-hp-my-projects-learning-automation\162c3f98-4a0b-4173-b1a6-4903ba87d7a6\scratchpad\shots\un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783080"/>
            <a:ext cx="6675120" cy="41696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ASSISTANT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chatbot that knows your actual data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92808"/>
            <a:ext cx="118872" cy="1188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031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 I have today?" returns your real timetable and your real deadlines — not generic advice.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916936"/>
            <a:ext cx="118872" cy="118872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852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the app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12724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answers "how do I upload notes?" or "how do I start a new semester?"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941064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877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AI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15137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API key is missing it still answers the common questions straight from your data.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37176" y="1728216"/>
            <a:ext cx="6784848" cy="4279392"/>
          </a:xfrm>
          <a:prstGeom prst="roundRect">
            <a:avLst>
              <a:gd name="adj" fmla="val 170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pic>
        <p:nvPicPr>
          <p:cNvPr id="14" name="Image 0" descr="C:\Users\hp\AppData\Local\Temp\claude\c--Users-hp-my-projects-learning-automation\162c3f98-4a0b-4173-b1a6-4903ba87d7a6\scratchpad\shots\assist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783080"/>
            <a:ext cx="6675120" cy="41696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ROLE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92808"/>
            <a:ext cx="118872" cy="1188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the catalogue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031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control the schools and courses students choose from at sign-up.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91693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852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accounts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12724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promote, suspend, reset passwords, or delete an account and all its data.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941064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877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by design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15137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cannot demote or delete themselves, and never see student content — only counts.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37176" y="1728216"/>
            <a:ext cx="6784848" cy="4279392"/>
          </a:xfrm>
          <a:prstGeom prst="roundRect">
            <a:avLst>
              <a:gd name="adj" fmla="val 170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228600" dist="50800" dir="5400000">
              <a:srgbClr val="000000">
                <a:alpha val="45000"/>
              </a:srgbClr>
            </a:outerShdw>
          </a:effectLst>
        </p:spPr>
      </p:sp>
      <p:pic>
        <p:nvPicPr>
          <p:cNvPr id="14" name="Image 0" descr="C:\Users\hp\AppData\Local\Temp\claude\c--Users-hp-my-projects-learning-automation\162c3f98-4a0b-4173-b1a6-4903ba87d7a6\scratchpad\shots\scho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783080"/>
            <a:ext cx="6675120" cy="41696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108960" y="4663440"/>
            <a:ext cx="6035040" cy="6035040"/>
          </a:xfrm>
          <a:prstGeom prst="ellipse">
            <a:avLst/>
          </a:prstGeom>
          <a:solidFill>
            <a:srgbClr val="6366F1">
              <a:alpha val="7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of seven expected projects, built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68680" y="1975104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34440" y="192024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accounts with full academic profiles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450592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239572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past papers, assignments, timetable, calendar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92608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34440" y="287121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summaries, quiz generation, marking and exam prep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340156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34440" y="334670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 split by year and semester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3877056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34440" y="382219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assistant chatbot grounded in the student’s data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4352544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34440" y="429768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area for accounts, schools and courses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589520" y="187452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09560" y="2148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09560" y="254203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navigation and office locator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30906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Kiswahili interface and Kiswahili-language assistant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363931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university-wide on hosted Postgres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303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8704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github.com/harmonymwirigi/learningautomation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StudyFlow</dc:title>
  <dc:subject>PptxGenJS Presentation</dc:subject>
  <dc:creator>Peter Mutethia</dc:creator>
  <cp:lastModifiedBy>Peter Mutethia</cp:lastModifiedBy>
  <cp:revision>1</cp:revision>
  <dcterms:created xsi:type="dcterms:W3CDTF">2026-09-26T05:19:09Z</dcterms:created>
  <dcterms:modified xsi:type="dcterms:W3CDTF">2026-09-26T05:19:09Z</dcterms:modified>
</cp:coreProperties>
</file>